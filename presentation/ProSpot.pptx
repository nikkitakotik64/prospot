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378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авнобедренный треугольник 6"/>
          <p:cNvSpPr/>
          <p:nvPr/>
        </p:nvSpPr>
        <p:spPr>
          <a:xfrm rot="16200000">
            <a:off x="10387963" y="5038579"/>
            <a:ext cx="1892949" cy="1725637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720726" y="776289"/>
            <a:ext cx="10750549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720726" y="2250280"/>
            <a:ext cx="10750549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1828800" y="6012657"/>
            <a:ext cx="77216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1828800" y="5650705"/>
            <a:ext cx="77216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1189663" y="5752308"/>
            <a:ext cx="67056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39903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1882808"/>
            <a:ext cx="109728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388608" y="6480048"/>
            <a:ext cx="2844800" cy="301752"/>
          </a:xfrm>
        </p:spPr>
        <p:txBody>
          <a:bodyPr/>
          <a:lstStyle/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09600" y="6480970"/>
            <a:ext cx="5680075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ый треугольник 8"/>
          <p:cNvSpPr/>
          <p:nvPr/>
        </p:nvSpPr>
        <p:spPr>
          <a:xfrm flipV="1">
            <a:off x="9379" y="7035"/>
            <a:ext cx="12173243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Равнобедренный треугольник 7"/>
          <p:cNvSpPr/>
          <p:nvPr/>
        </p:nvSpPr>
        <p:spPr>
          <a:xfrm rot="5400000" flipV="1">
            <a:off x="10387963" y="93786"/>
            <a:ext cx="1892949" cy="1725637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274176" y="6477000"/>
            <a:ext cx="2844800" cy="304800"/>
          </a:xfrm>
        </p:spPr>
        <p:txBody>
          <a:bodyPr/>
          <a:lstStyle/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492501" y="6480970"/>
            <a:ext cx="5680075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268075" y="809625"/>
            <a:ext cx="670560" cy="300831"/>
          </a:xfrm>
        </p:spPr>
        <p:txBody>
          <a:bodyPr/>
          <a:lstStyle/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8625059" y="9381"/>
            <a:ext cx="3563815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0" y="7035"/>
            <a:ext cx="12182621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0" y="271465"/>
            <a:ext cx="9652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8000" y="1633536"/>
            <a:ext cx="51816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722438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722438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4800" cy="301752"/>
          </a:xfrm>
        </p:spPr>
        <p:txBody>
          <a:bodyPr/>
          <a:lstStyle/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609600" y="6480969"/>
            <a:ext cx="5680075" cy="301752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119360" y="6480969"/>
            <a:ext cx="670560" cy="301752"/>
          </a:xfrm>
        </p:spPr>
        <p:txBody>
          <a:bodyPr/>
          <a:lstStyle/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0931" y="290732"/>
            <a:ext cx="14224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20008" y="290732"/>
            <a:ext cx="774699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1820008" y="3427124"/>
            <a:ext cx="774699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2696307" y="290732"/>
            <a:ext cx="9144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2696307" y="3427124"/>
            <a:ext cx="9144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0736" cy="301752"/>
          </a:xfrm>
        </p:spPr>
        <p:txBody>
          <a:bodyPr/>
          <a:lstStyle/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609600" y="6480969"/>
            <a:ext cx="5681472" cy="301752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0119360" y="6483096"/>
            <a:ext cx="670560" cy="301752"/>
          </a:xfrm>
        </p:spPr>
        <p:txBody>
          <a:bodyPr/>
          <a:lstStyle>
            <a:lvl1pPr algn="ctr">
              <a:defRPr/>
            </a:lvl1pPr>
          </a:lstStyle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4800" cy="301752"/>
          </a:xfrm>
        </p:spPr>
        <p:txBody>
          <a:bodyPr/>
          <a:lstStyle/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609600" y="6481891"/>
            <a:ext cx="5680075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0119360" y="6480969"/>
            <a:ext cx="670560" cy="301752"/>
          </a:xfrm>
        </p:spPr>
        <p:txBody>
          <a:bodyPr/>
          <a:lstStyle/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608" y="367664"/>
            <a:ext cx="12192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514475" y="367664"/>
            <a:ext cx="32512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868333" y="320040"/>
            <a:ext cx="7034784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71968" y="6556248"/>
            <a:ext cx="2844800" cy="301752"/>
          </a:xfrm>
        </p:spPr>
        <p:txBody>
          <a:bodyPr/>
          <a:lstStyle>
            <a:lvl1pPr>
              <a:defRPr sz="900"/>
            </a:lvl1pPr>
          </a:lstStyle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514475" y="6556248"/>
            <a:ext cx="6857493" cy="301752"/>
          </a:xfrm>
        </p:spPr>
        <p:txBody>
          <a:bodyPr/>
          <a:lstStyle>
            <a:lvl1pPr>
              <a:defRPr sz="9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214101" y="6556248"/>
            <a:ext cx="670560" cy="301752"/>
          </a:xfrm>
        </p:spPr>
        <p:txBody>
          <a:bodyPr/>
          <a:lstStyle>
            <a:lvl1pPr>
              <a:defRPr sz="900"/>
            </a:lvl1pPr>
          </a:lstStyle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608" y="150896"/>
            <a:ext cx="12192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517649" y="373966"/>
            <a:ext cx="9777984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24000" y="5867400"/>
            <a:ext cx="9777984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144256" y="6556248"/>
            <a:ext cx="2804160" cy="301752"/>
          </a:xfrm>
        </p:spPr>
        <p:txBody>
          <a:bodyPr/>
          <a:lstStyle>
            <a:lvl1pPr>
              <a:defRPr sz="900"/>
            </a:lvl1pPr>
          </a:lstStyle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560576" y="6557169"/>
            <a:ext cx="6597429" cy="301752"/>
          </a:xfrm>
        </p:spPr>
        <p:txBody>
          <a:bodyPr/>
          <a:lstStyle>
            <a:lvl1pPr>
              <a:defRPr sz="9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956256" y="6556248"/>
            <a:ext cx="487680" cy="301752"/>
          </a:xfrm>
        </p:spPr>
        <p:txBody>
          <a:bodyPr/>
          <a:lstStyle>
            <a:lvl1pPr algn="ctr">
              <a:defRPr sz="900"/>
            </a:lvl1pPr>
          </a:lstStyle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042400" y="381000"/>
            <a:ext cx="2540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 10"/>
          <p:cNvSpPr/>
          <p:nvPr/>
        </p:nvSpPr>
        <p:spPr>
          <a:xfrm>
            <a:off x="9379" y="14069"/>
            <a:ext cx="12173243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0" y="7035"/>
            <a:ext cx="12182621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rot="10800000" flipV="1">
            <a:off x="8625059" y="4948410"/>
            <a:ext cx="3563815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609600" y="1882808"/>
            <a:ext cx="109728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388608" y="6480969"/>
            <a:ext cx="28448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FED9941D-7481-4412-9593-AE3B98A14048}" type="datetimeFigureOut">
              <a:rPr lang="ru-RU" smtClean="0"/>
              <a:pPr/>
              <a:t>28.04.2026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609600" y="6481891"/>
            <a:ext cx="5680075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0119360" y="6480969"/>
            <a:ext cx="67056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44E593DF-646F-45EB-B2B7-C2091C7E091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B751FF-877A-44BC-A179-3673B9556B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ProSpot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8A1B073-0C20-4360-AFF2-9F5F72DFE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555412" y="2198711"/>
            <a:ext cx="10750549" cy="1752600"/>
          </a:xfrm>
        </p:spPr>
        <p:txBody>
          <a:bodyPr/>
          <a:lstStyle/>
          <a:p>
            <a:pPr algn="r"/>
            <a:r>
              <a:rPr lang="ru-RU" dirty="0"/>
              <a:t>Создатели</a:t>
            </a:r>
            <a:r>
              <a:rPr lang="en-US" dirty="0"/>
              <a:t>:</a:t>
            </a:r>
          </a:p>
          <a:p>
            <a:pPr algn="r"/>
            <a:r>
              <a:rPr lang="ru-RU" dirty="0"/>
              <a:t>Галкин Никита Сергеевич</a:t>
            </a:r>
          </a:p>
          <a:p>
            <a:pPr algn="r"/>
            <a:r>
              <a:rPr lang="ru-RU" dirty="0"/>
              <a:t>Фролов Иван Алексеевич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F4FF435B-E86B-4831-BBCB-E9B9E812B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3451677" cy="26509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EFF22448-01B3-4A70-AC0B-80F3EC36E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93714"/>
            <a:ext cx="5914285" cy="276428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EAB78659-6154-4618-869E-18492A244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40323" y="-1"/>
            <a:ext cx="3451677" cy="345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578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xmlns="" id="{33851FEA-AC01-4129-BB36-207193DF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 за сайт?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xmlns="" id="{C54E5FA0-227C-49B8-8FAF-14EB62E2B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Сайт для геймеров</a:t>
            </a:r>
          </a:p>
          <a:p>
            <a:r>
              <a:rPr lang="ru-RU" dirty="0"/>
              <a:t>Приносит пользу</a:t>
            </a:r>
          </a:p>
          <a:p>
            <a:r>
              <a:rPr lang="ru-RU" dirty="0"/>
              <a:t>Помогает учить карту новым игрокам</a:t>
            </a:r>
          </a:p>
          <a:p>
            <a:r>
              <a:rPr lang="ru-RU" dirty="0"/>
              <a:t>Позволяет развлечься старым игрокам и посоревноваться в знании игровых карт</a:t>
            </a:r>
          </a:p>
          <a:p>
            <a:r>
              <a:rPr lang="ru-RU" dirty="0"/>
              <a:t>Создан для одних из лучших игр в игровой индустрии</a:t>
            </a:r>
            <a:r>
              <a:rPr lang="en-US" dirty="0"/>
              <a:t>: Counter Strike 2 </a:t>
            </a:r>
            <a:r>
              <a:rPr lang="ru-RU" dirty="0"/>
              <a:t>и </a:t>
            </a:r>
            <a:r>
              <a:rPr lang="en-US" dirty="0"/>
              <a:t>Escape From </a:t>
            </a:r>
            <a:r>
              <a:rPr lang="en-US" dirty="0" err="1"/>
              <a:t>Tarkov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9371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41A2158-0F64-4A03-A8F1-A73938E5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2209E04-156D-48D4-B913-CBCD80A19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Очень оригинальная задумка</a:t>
            </a:r>
          </a:p>
          <a:p>
            <a:r>
              <a:rPr lang="ru-RU" dirty="0"/>
              <a:t>Очень красивая реализация</a:t>
            </a:r>
          </a:p>
          <a:p>
            <a:r>
              <a:rPr lang="ru-RU" dirty="0"/>
              <a:t>Удобный интерфейс</a:t>
            </a:r>
          </a:p>
          <a:p>
            <a:r>
              <a:rPr lang="ru-RU" dirty="0"/>
              <a:t>Красивый и стильный дизайн</a:t>
            </a:r>
          </a:p>
          <a:p>
            <a:r>
              <a:rPr lang="ru-RU" dirty="0"/>
              <a:t>Возможность добавлять свои позиции на карты</a:t>
            </a:r>
          </a:p>
          <a:p>
            <a:r>
              <a:rPr lang="ru-RU" dirty="0"/>
              <a:t>Регистрация и авторизация пользователей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96051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8A7B6B8-1566-4303-9891-F1C78678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3A8B2E5-1727-4096-AC36-84AB58CAE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Гибкая настройка классов</a:t>
            </a:r>
          </a:p>
          <a:p>
            <a:r>
              <a:rPr lang="ru-RU" dirty="0"/>
              <a:t>Грамотная проектировка каркаса сайта</a:t>
            </a:r>
          </a:p>
          <a:p>
            <a:r>
              <a:rPr lang="ru-RU" dirty="0"/>
              <a:t>Точная подгонка элементов интерфейса</a:t>
            </a:r>
          </a:p>
          <a:p>
            <a:r>
              <a:rPr lang="ru-RU" dirty="0"/>
              <a:t>Понятный код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3E14B46E-7916-442F-BF65-41E2E0FD3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38" y="4001294"/>
            <a:ext cx="4395242" cy="27840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6C507D91-ACCF-4280-9CD0-0D5052AEF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803" y="1825625"/>
            <a:ext cx="4153480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0632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010115F-D2DD-48B5-967C-BDA82A44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файлов локализации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D6BD1D02-0786-4BE6-B268-73C4F5F20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5567"/>
            <a:ext cx="2229969" cy="435133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93F173FF-E9C8-41C8-AFD1-E209DD6E7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729" y="1271294"/>
            <a:ext cx="5524629" cy="274540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555827A3-09A9-4FE1-8D1C-308939518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921" y="4048779"/>
            <a:ext cx="3804238" cy="267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8151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A744A14-2738-4BE0-A3DB-033AB381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r>
              <a:rPr lang="ru-RU" dirty="0"/>
              <a:t> для наведения красоты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788D9D13-E06B-4023-B0BB-3919C95DF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856" y="1690688"/>
            <a:ext cx="2476846" cy="226726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54506421-D15F-49ED-8D0E-56FAF42EF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857" y="1690688"/>
            <a:ext cx="6096000" cy="168325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ED88EA5A-4A33-4715-AB68-B14A895FD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293" y="3529269"/>
            <a:ext cx="3353268" cy="8573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A5FD402F-20FE-402B-AA91-2848801D6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1896" y="4043494"/>
            <a:ext cx="4100369" cy="240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712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EF16AE7-C7F4-4D96-966B-CC28A4F99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Мы не поленились сделать множество шаблонов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358A0960-18BF-4083-916C-188DFEACD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580" y="1985015"/>
            <a:ext cx="2656523" cy="435133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517DDAE0-A9F6-4158-B3FB-091BD1FBA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736" y="1834013"/>
            <a:ext cx="7241064" cy="429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109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BEF1595D-7A97-4FC7-9A8A-BC64D604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AE978DA-6337-4AA8-B0C0-3B2C1B22E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938" y="1351906"/>
            <a:ext cx="3672497" cy="367249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F6A9E5C-3447-4E97-B4BA-A5ACB9401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95999" y="1351906"/>
            <a:ext cx="6095999" cy="28492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3BD6D96E-3EEE-48AE-97BE-864F648A9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55528" y="4201123"/>
            <a:ext cx="3451677" cy="265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74675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ркая">
  <a:themeElements>
    <a:clrScheme name="Другая 3">
      <a:dk1>
        <a:sysClr val="windowText" lastClr="000000"/>
      </a:dk1>
      <a:lt1>
        <a:srgbClr val="FFFFFF"/>
      </a:lt1>
      <a:dk2>
        <a:srgbClr val="262626"/>
      </a:dk2>
      <a:lt2>
        <a:srgbClr val="7F7F7F"/>
      </a:lt2>
      <a:accent1>
        <a:srgbClr val="FE780A"/>
      </a:accent1>
      <a:accent2>
        <a:srgbClr val="FFA709"/>
      </a:accent2>
      <a:accent3>
        <a:srgbClr val="D96301"/>
      </a:accent3>
      <a:accent4>
        <a:srgbClr val="994601"/>
      </a:accent4>
      <a:accent5>
        <a:srgbClr val="FF0000"/>
      </a:accent5>
      <a:accent6>
        <a:srgbClr val="E40059"/>
      </a:accent6>
      <a:hlink>
        <a:srgbClr val="C00000"/>
      </a:hlink>
      <a:folHlink>
        <a:srgbClr val="FFA709"/>
      </a:folHlink>
    </a:clrScheme>
    <a:fontScheme name="Ярк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Яркая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31</TotalTime>
  <Words>107</Words>
  <Application>Microsoft Office PowerPoint</Application>
  <PresentationFormat>Произвольный</PresentationFormat>
  <Paragraphs>26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Яркая</vt:lpstr>
      <vt:lpstr>ProSpot</vt:lpstr>
      <vt:lpstr>Что это за сайт?</vt:lpstr>
      <vt:lpstr>Особенности сайта</vt:lpstr>
      <vt:lpstr>Особенности реализации</vt:lpstr>
      <vt:lpstr>Хранение файлов локализации</vt:lpstr>
      <vt:lpstr>CSS для наведения красоты</vt:lpstr>
      <vt:lpstr>Мы не поленились сделать множество шаблонов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ProSpot</dc:title>
  <dc:creator>Алексей</dc:creator>
  <cp:lastModifiedBy>yaschool</cp:lastModifiedBy>
  <cp:revision>17</cp:revision>
  <dcterms:created xsi:type="dcterms:W3CDTF">2026-04-27T21:36:56Z</dcterms:created>
  <dcterms:modified xsi:type="dcterms:W3CDTF">2026-04-28T13:08:06Z</dcterms:modified>
</cp:coreProperties>
</file>