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2744AB-9813-4061-B018-ACBE5D8F8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CCDEF8F-BFF6-4A75-8C19-D1828E1E5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77BB802-A177-41EF-8DAD-97A7C71F3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988AB60-9AF6-4FE6-84F8-486DC3FB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52052B-258A-4980-A426-2CABE3A05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059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AC837E-E6DB-4AF9-835F-ACCDDAEFD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F63A17-E9A0-460A-85FE-567985637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25D916-08D9-40E6-A4BC-E0FCD5BC1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185F7F-F64E-4605-8DDE-38B47057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290E99-AA88-4475-A568-5C90D9B37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986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D783C9-D3E7-4199-A991-9A282CEB6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25D372E-54A1-409A-958E-12144B088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3E97BA-4ADB-4640-9C45-E46DCD8BF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B83372-0F06-4AF3-BE12-CCDCB8081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E98715-346D-4030-87B8-08B6086EC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1243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6A4609-91BE-4C36-8D9B-9F04E13ED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BF9D4D-98C8-40F6-8E1D-41D5FECFF8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865AB1B-86A6-4EDA-AD4D-ECFE986C9C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6884E1E-DD98-4A51-A21B-17C62CA63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349A8C2-558A-4EC4-B5EA-6777A08CB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2E22DA-264A-4B82-A30A-C9224CA0F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1732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E6232E-FA69-4268-82AB-E327AE7F5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E7F5EBB-7C0A-4D6B-B77D-8B739B47E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6E8BBE0-D223-48EE-A975-93576CF041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39AEB45-028C-42D0-80E9-C1A8BFF3E7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62B2AC4-D10F-4ECC-802E-758C13AA85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B571A93-A49D-48B2-A281-D64D8C8DA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2CD27D8-DAB6-4ACF-ADEA-1F6F185E5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B168040-FB0C-4DDC-815F-F6B98951B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7760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4BCA83-3662-402C-9519-C7CE2C103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5C52DF1-2CA9-4501-B37B-48F3D294D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7974292-7A08-4D02-AAA5-DAAAC2D79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53965FE-1CE3-48DF-953B-7419AA1D7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7970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0C23648-6B0B-44B3-BB1A-7DEBBD20C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E28905A-BC19-4C31-8ED9-ACEE5ABB8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1761616-F566-410A-AC3F-6AE048F9D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967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BBDB92-026E-4D68-A2E0-F8E7BCB33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0C9045-85CF-4936-AC28-F2932AA5C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FD61046-653D-48D4-B6DE-FB37EA918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53CE0F5-F420-4F33-AA21-B39EF2282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D9FB502-4E6E-4929-97CC-0BEE3ACB2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7B0817B-BBCB-4B6C-83E7-8A1652043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479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D77CDD-4936-4E39-9831-224A3D340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0938195-6DD7-4795-AD88-1F71431698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C618B5D-C52D-45DA-9DFE-A5059D4CBB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797A626-2DCB-40A1-8742-A0B9F40A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8089DC1-D1D0-4C73-A9D5-B1E4312DA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50A2A65-0354-4EE0-88A5-87C5B8A31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334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77A78C-8B14-4A6A-AB45-1C9DD6AC1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D985C0E-1A6A-451F-974D-E870955FCA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27015A-EE4B-422B-ADF5-9538997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5B90E5-61A0-4F16-A857-44657DB2F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ADB737-C87A-4DF4-A546-57F9F264D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7766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B612DED-ACED-4D57-A270-6BF3013DA2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35A613E-9F4B-4955-A3F2-07D1C6C1D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3316F5F-333E-491A-9C27-3715A6EBB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C6BC2E5-05BD-410B-A71B-3B4314C34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7647BCC-A132-4FAC-BFAC-1277C67D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4189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351A45-5A9C-468A-B32F-D9991A9E1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FCF162-9B2B-4E18-93EC-602C1EE4F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3E6468-AD22-426B-AB53-D27379333A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D9941D-7481-4412-9593-AE3B98A14048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D204509-4BB2-448B-BF07-88CDE836A5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2281C7-3BC8-4F32-9B8A-48B27663D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E593DF-646F-45EB-B2B7-C2091C7E091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8202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B751FF-877A-44BC-A179-3673B9556B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/>
              <a:t>ProSpot</a:t>
            </a:r>
            <a:endParaRPr lang="ru-RU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8A1B073-0C20-4360-AFF2-9F5F72DFE5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Создатели</a:t>
            </a:r>
            <a:r>
              <a:rPr lang="en-US" dirty="0"/>
              <a:t>:</a:t>
            </a:r>
          </a:p>
          <a:p>
            <a:pPr algn="r"/>
            <a:r>
              <a:rPr lang="ru-RU" dirty="0"/>
              <a:t>Галкин Никита Сергеевич</a:t>
            </a:r>
          </a:p>
          <a:p>
            <a:pPr algn="r"/>
            <a:r>
              <a:rPr lang="ru-RU" dirty="0"/>
              <a:t>Фролов Иван Алексеевич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4FF435B-E86B-4831-BBCB-E9B9E812B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3451677" cy="265092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FF22448-01B3-4A70-AC0B-80F3EC36E7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93714"/>
            <a:ext cx="5914285" cy="276428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AB78659-6154-4618-869E-18492A2445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323" y="-1"/>
            <a:ext cx="3451677" cy="345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8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33851FEA-AC01-4129-BB36-207193DF6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это за сайт?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C54E5FA0-227C-49B8-8FAF-14EB62E2B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Сайт для геймеров</a:t>
            </a:r>
          </a:p>
          <a:p>
            <a:r>
              <a:rPr lang="ru-RU" dirty="0"/>
              <a:t>Приносит пользу</a:t>
            </a:r>
          </a:p>
          <a:p>
            <a:r>
              <a:rPr lang="ru-RU" dirty="0"/>
              <a:t>Помогает учить карту новым игрокам</a:t>
            </a:r>
          </a:p>
          <a:p>
            <a:r>
              <a:rPr lang="ru-RU" dirty="0"/>
              <a:t>Позволяет развлечься старым игрокам и посоревноваться в знании игровых карт</a:t>
            </a:r>
          </a:p>
          <a:p>
            <a:r>
              <a:rPr lang="ru-RU" dirty="0"/>
              <a:t>Создан для одних из лучших игр в игровой индустрии</a:t>
            </a:r>
            <a:r>
              <a:rPr lang="en-US" dirty="0"/>
              <a:t>: Counter Strike 2 </a:t>
            </a:r>
            <a:r>
              <a:rPr lang="ru-RU" dirty="0"/>
              <a:t>и </a:t>
            </a:r>
            <a:r>
              <a:rPr lang="en-US" dirty="0"/>
              <a:t>Escape From </a:t>
            </a:r>
            <a:r>
              <a:rPr lang="en-US" dirty="0" err="1"/>
              <a:t>Tarkov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93718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1A2158-0F64-4A03-A8F1-A73938E51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сайта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209E04-156D-48D4-B913-CBCD80A19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Очень оригинальная задумка</a:t>
            </a:r>
          </a:p>
          <a:p>
            <a:r>
              <a:rPr lang="ru-RU" dirty="0"/>
              <a:t>Очень красивая реализация</a:t>
            </a:r>
          </a:p>
          <a:p>
            <a:r>
              <a:rPr lang="ru-RU" dirty="0"/>
              <a:t>Удобный интерфейс</a:t>
            </a:r>
          </a:p>
          <a:p>
            <a:r>
              <a:rPr lang="ru-RU" dirty="0"/>
              <a:t>Красивый и стильный дизайн</a:t>
            </a:r>
          </a:p>
          <a:p>
            <a:r>
              <a:rPr lang="ru-RU" dirty="0"/>
              <a:t>Возможность добавлять свои позиции на карты</a:t>
            </a:r>
          </a:p>
          <a:p>
            <a:r>
              <a:rPr lang="ru-RU" dirty="0"/>
              <a:t>Регистрация и авторизация пользователей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0512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A7B6B8-1566-4303-9891-F1C78678C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A8B2E5-1727-4096-AC36-84AB58CAE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Гибкая настройка классов</a:t>
            </a:r>
          </a:p>
          <a:p>
            <a:r>
              <a:rPr lang="ru-RU" dirty="0"/>
              <a:t>Грамотная проектировка каркаса сайта</a:t>
            </a:r>
          </a:p>
          <a:p>
            <a:r>
              <a:rPr lang="ru-RU" dirty="0"/>
              <a:t>Точная подгонка элементов интерфейса</a:t>
            </a:r>
          </a:p>
          <a:p>
            <a:r>
              <a:rPr lang="ru-RU" dirty="0"/>
              <a:t>Понятный код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E14B46E-7916-442F-BF65-41E2E0FD3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538" y="4001294"/>
            <a:ext cx="4395242" cy="278401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C507D91-ACCF-4280-9CD0-0D5052AEF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803" y="1825625"/>
            <a:ext cx="4153480" cy="478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321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10115F-D2DD-48B5-967C-BDA82A44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 файлов локализации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6BD1D02-0786-4BE6-B268-73C4F5F20D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65567"/>
            <a:ext cx="2229969" cy="4351338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3F173FF-E9C8-41C8-AFD1-E209DD6E7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729" y="1271294"/>
            <a:ext cx="5524629" cy="274540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55827A3-09A9-4FE1-8D1C-308939518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921" y="4048779"/>
            <a:ext cx="3804238" cy="267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512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744A14-2738-4BE0-A3DB-033AB3810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  <a:r>
              <a:rPr lang="ru-RU" dirty="0"/>
              <a:t> для наведения красоты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88D9D13-E06B-4023-B0BB-3919C95DF8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7856" y="1690688"/>
            <a:ext cx="2476846" cy="2267266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4506421-D15F-49ED-8D0E-56FAF42EF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857" y="1690688"/>
            <a:ext cx="6096000" cy="168325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D88EA5A-4A33-4715-AB68-B14A895FD4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293" y="3529269"/>
            <a:ext cx="3353268" cy="8573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5FD402F-20FE-402B-AA91-2848801D64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1896" y="4043494"/>
            <a:ext cx="4100369" cy="240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2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F16AE7-C7F4-4D96-966B-CC28A4F99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Мы не поленились сделать множество шаблонов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358A0960-18BF-4083-916C-188DFEACD8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5580" y="1985015"/>
            <a:ext cx="2656523" cy="4351338"/>
          </a:xfr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17DDAE0-A9F6-4158-B3FB-091BD1FBA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736" y="1834013"/>
            <a:ext cx="7241064" cy="429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094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10D65C-5654-460D-A0C1-C9454AF93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Использовали крутой </a:t>
            </a:r>
            <a:r>
              <a:rPr lang="en-US" dirty="0"/>
              <a:t>API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97ACE5-C320-4234-8838-C2BD93CE4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62388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EF1595D-7A97-4FC7-9A8A-BC64D604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AE978DA-6337-4AA8-B0C0-3B2C1B22E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38" y="1351906"/>
            <a:ext cx="3672497" cy="367249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F6A9E5C-3447-4E97-B4BA-A5ACB9401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1351906"/>
            <a:ext cx="6095999" cy="2849217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BD6D96E-3EEE-48AE-97BE-864F648A95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528" y="4201123"/>
            <a:ext cx="3451677" cy="265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4675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110</Words>
  <Application>Microsoft Office PowerPoint</Application>
  <PresentationFormat>Широкоэкранный</PresentationFormat>
  <Paragraphs>27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Тема Office</vt:lpstr>
      <vt:lpstr>ProSpot</vt:lpstr>
      <vt:lpstr>Что это за сайт?</vt:lpstr>
      <vt:lpstr>Особенности сайта</vt:lpstr>
      <vt:lpstr>Особенности реализации</vt:lpstr>
      <vt:lpstr>Хранение файлов локализации</vt:lpstr>
      <vt:lpstr>CSS для наведения красоты</vt:lpstr>
      <vt:lpstr>Мы не поленились сделать множество шаблонов</vt:lpstr>
      <vt:lpstr>Использовали крутой API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ProSpot</dc:title>
  <dc:creator>Алексей</dc:creator>
  <cp:lastModifiedBy>Алексей</cp:lastModifiedBy>
  <cp:revision>16</cp:revision>
  <dcterms:created xsi:type="dcterms:W3CDTF">2026-04-27T21:36:56Z</dcterms:created>
  <dcterms:modified xsi:type="dcterms:W3CDTF">2026-04-27T21:59:57Z</dcterms:modified>
</cp:coreProperties>
</file>